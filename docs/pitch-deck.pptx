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Менің Дерегім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Маркетплейс данных на блокчейне Solana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0" y="2926080"/>
            <a:ext cx="3657600" cy="502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2926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чеки = Ваши деньги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конкурс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09728" cy="10972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14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день миллионы казахстанцев делают покупки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09728" cy="10972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 данные — золотая жила для Coca-Cola, Samsung, Magnum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09728" cy="10972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пользователи НЕ получают ничего за свои данные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09728" cy="10972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97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Компании покупают данные у посредников за миллионы 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914400"/>
            <a:ext cx="2926080" cy="256032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1887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5943600" y="2286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потребителей хотят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контролировать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 данные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0" y="3383280"/>
            <a:ext cx="2926080" cy="64008"/>
          </a:xfrm>
          <a:prstGeom prst="rect">
            <a:avLst/>
          </a:prstGeom>
          <a:solidFill>
            <a:srgbClr val="EA4335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— Менің Дерегім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256032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1371600"/>
            <a:ext cx="731520" cy="73152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Сканируй чек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Фотографируй чек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Telegram боте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51760" cy="256032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1097280"/>
            <a:ext cx="2651760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1371600"/>
            <a:ext cx="731520" cy="73152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2044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обработает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2044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извлекает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магазин, товары, цены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651760" cy="256032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097280"/>
            <a:ext cx="2651760" cy="5486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18" name="Shape 16"/>
          <p:cNvSpPr/>
          <p:nvPr/>
        </p:nvSpPr>
        <p:spPr>
          <a:xfrm>
            <a:off x="7178040" y="1371600"/>
            <a:ext cx="731520" cy="731520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0080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 деньги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Компании покупают данные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 на кошелёк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  →  AI  →  Solana  →  ₸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280160" cy="10058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1280160" cy="457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чека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54480" y="1325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737360" y="1097280"/>
            <a:ext cx="1280160" cy="10058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0" name="Shape 8"/>
          <p:cNvSpPr/>
          <p:nvPr/>
        </p:nvSpPr>
        <p:spPr>
          <a:xfrm>
            <a:off x="1737360" y="1097280"/>
            <a:ext cx="1280160" cy="45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1234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37360" y="1645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парсинг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17520" y="1325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0" y="1097280"/>
            <a:ext cx="1280160" cy="10058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1097280"/>
            <a:ext cx="1280160" cy="45720"/>
          </a:xfrm>
          <a:prstGeom prst="rect">
            <a:avLst/>
          </a:prstGeom>
          <a:solidFill>
            <a:srgbClr val="FF6D01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234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1645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Хеш данных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1325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1097280"/>
            <a:ext cx="1280160" cy="10058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1097280"/>
            <a:ext cx="1280160" cy="45720"/>
          </a:xfrm>
          <a:prstGeom prst="rect">
            <a:avLst/>
          </a:prstGeom>
          <a:solidFill>
            <a:srgbClr val="46BDC6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234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1645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Блокчейн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1325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26480" y="1097280"/>
            <a:ext cx="1280160" cy="10058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5" name="Shape 23"/>
          <p:cNvSpPr/>
          <p:nvPr/>
        </p:nvSpPr>
        <p:spPr>
          <a:xfrm>
            <a:off x="6126480" y="1097280"/>
            <a:ext cx="1280160" cy="4572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1234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1645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06640" y="1325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89520" y="1097280"/>
            <a:ext cx="1280160" cy="10058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0" y="1097280"/>
            <a:ext cx="1280160" cy="45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0" y="1234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89520" y="1645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Смарт-контракт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2468880"/>
            <a:ext cx="137160" cy="13716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2377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хешируются (SHA256) и записываются на Solana — невозможно подделать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3017520"/>
            <a:ext cx="137160" cy="13716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2926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автономно подбирает аудиторию для компании и назначает цену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3566160"/>
            <a:ext cx="137160" cy="13716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3474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Смарт-контракт автоматически оплачивает пользователям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Авто-модерация: проверка дубликатов, аномалий цен, частоты, дат + ручная очередь в Admin Panel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6BDC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6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— 5 модулей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14630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2697480" cy="457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Mini 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Сканирование чеков, кошелёк,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(RU/KZ/EN)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97480" cy="14630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1005840"/>
            <a:ext cx="2697480" cy="45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43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Dashboard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5544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продаж, Zebra BI,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экспорт, real-time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97480" cy="14630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1005840"/>
            <a:ext cx="2697480" cy="4572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143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5544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Модерация, выводы,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аудит, аналитика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37360" y="2697480"/>
            <a:ext cx="2880360" cy="13716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7" name="Shape 15"/>
          <p:cNvSpPr/>
          <p:nvPr/>
        </p:nvSpPr>
        <p:spPr>
          <a:xfrm>
            <a:off x="1737360" y="2697480"/>
            <a:ext cx="2880360" cy="45720"/>
          </a:xfrm>
          <a:prstGeom prst="rect">
            <a:avLst/>
          </a:prstGeom>
          <a:solidFill>
            <a:srgbClr val="FF6D01"/>
          </a:solidFill>
          <a:ln/>
        </p:spPr>
      </p:sp>
      <p:sp>
        <p:nvSpPr>
          <p:cNvPr id="18" name="Text 16"/>
          <p:cNvSpPr/>
          <p:nvPr/>
        </p:nvSpPr>
        <p:spPr>
          <a:xfrm>
            <a:off x="1874520" y="2834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74520" y="32004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Anchor (Rust),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автоплатежи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697480"/>
            <a:ext cx="2880360" cy="13716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2697480"/>
            <a:ext cx="2880360" cy="457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834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2004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эндпойнтов,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AI-матчинг, нотификации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0" y="4343400"/>
            <a:ext cx="4572000" cy="4114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4343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app.aiqalam.kz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3716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457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 15%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каждой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2651760" cy="13716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1005840"/>
            <a:ext cx="2651760" cy="45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188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1645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премиум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651760" cy="13716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005840"/>
            <a:ext cx="2651760" cy="4572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88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доступ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1645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CRM/ERP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1965960" cy="14630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803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6 072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товаров в базе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06040" y="2743200"/>
            <a:ext cx="1965960" cy="14630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0" name="Text 18"/>
          <p:cNvSpPr/>
          <p:nvPr/>
        </p:nvSpPr>
        <p:spPr>
          <a:xfrm>
            <a:off x="2606040" y="28803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2606040" y="3611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чеков обработано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743200"/>
            <a:ext cx="1965960" cy="14630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8803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754880" y="3611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компаний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2743200"/>
            <a:ext cx="1965960" cy="146304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28803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D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₸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903720" y="3611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чек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D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D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13716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13716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MUI Material Design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Recharts, Leaflet Maps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97480" cy="13716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1005840"/>
            <a:ext cx="54864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508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Express, SQLite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97480" cy="13716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1005840"/>
            <a:ext cx="54864" cy="1371600"/>
          </a:xfrm>
          <a:prstGeom prst="rect">
            <a:avLst/>
          </a:prstGeom>
          <a:solidFill>
            <a:srgbClr val="46BDC6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508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Solana, Anchor (Rust)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Tokens, Devnet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2697480" cy="13716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651760"/>
            <a:ext cx="54864" cy="1371600"/>
          </a:xfrm>
          <a:prstGeom prst="rect">
            <a:avLst/>
          </a:prstGeom>
          <a:solidFill>
            <a:srgbClr val="FF6D0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Ubuntu, Nginx, PM2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Encrypt SSL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651760"/>
            <a:ext cx="2697480" cy="13716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1" name="Shape 19"/>
          <p:cNvSpPr/>
          <p:nvPr/>
        </p:nvSpPr>
        <p:spPr>
          <a:xfrm>
            <a:off x="3246120" y="2651760"/>
            <a:ext cx="54864" cy="13716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Autonomous Matching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651760"/>
            <a:ext cx="2697480" cy="13716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5" name="Shape 23"/>
          <p:cNvSpPr/>
          <p:nvPr/>
        </p:nvSpPr>
        <p:spPr>
          <a:xfrm>
            <a:off x="6126480" y="2651760"/>
            <a:ext cx="54864" cy="137160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Mini 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языка (RU/KZ/EN)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Полностью рабочий продукт, задеплоен на app.aiqalam.kz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Менің Дерегім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— новая нефть.
</a:t>
            </a:r>
            <a:pPr algn="ctr" indent="0" marL="0">
              <a:buNone/>
            </a:pPr>
            <a:r>
              <a:rPr lang="en-US" sz="2200" b="1" i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Пусть прибыль идёт народу.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0" y="2743200"/>
            <a:ext cx="2286000" cy="9144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app.aiqalam.kz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2743200"/>
            <a:ext cx="2286000" cy="9144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app.aiqalam.kz/dashboard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компаний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2743200"/>
            <a:ext cx="2286000" cy="9144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app.aiqalam.kz/admin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0" y="4023360"/>
            <a:ext cx="3657600" cy="502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4023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Спасибо! Вопросы?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73E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Mening Deregim - Pitch Deck</dc:title>
  <dc:subject>PptxGenJS Presentation</dc:subject>
  <dc:creator>Mening Deregim Team</dc:creator>
  <cp:lastModifiedBy>Mening Deregim Team</cp:lastModifiedBy>
  <cp:revision>1</cp:revision>
  <dcterms:created xsi:type="dcterms:W3CDTF">2026-04-04T18:17:37Z</dcterms:created>
  <dcterms:modified xsi:type="dcterms:W3CDTF">2026-04-04T18:17:37Z</dcterms:modified>
</cp:coreProperties>
</file>